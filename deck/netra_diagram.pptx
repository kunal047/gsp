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· SYSTEM ARCHITECTURE &amp; DATA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Adapters normalise every source into one registry; a CV worker turns live feeds into evidence-backed events and alerts.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75104" cy="1554480"/>
          </a:xfrm>
          <a:prstGeom prst="roundRect">
            <a:avLst>
              <a:gd name="adj" fmla="val 5294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3533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37360"/>
            <a:ext cx="1664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CSITMS (HLS)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RTSP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(MediaMTX)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CSV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432304" y="17373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816352" y="1234440"/>
            <a:ext cx="1975104" cy="1554480"/>
          </a:xfrm>
          <a:prstGeom prst="roundRect">
            <a:avLst>
              <a:gd name="adj" fmla="val 5294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980944" y="13533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1737360"/>
            <a:ext cx="1664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CameraSourceAdapter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· normalize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stream · health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stamp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91456" y="17373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175504" y="1234440"/>
            <a:ext cx="1975104" cy="1554480"/>
          </a:xfrm>
          <a:prstGeom prst="roundRect">
            <a:avLst>
              <a:gd name="adj" fmla="val 5294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340096" y="13533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Canonical registry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40096" y="1737360"/>
            <a:ext cx="1664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PostGIS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points (SRID 4326)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· events · alerts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150608" y="17373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534656" y="1234440"/>
            <a:ext cx="1975104" cy="1554480"/>
          </a:xfrm>
          <a:prstGeom prst="roundRect">
            <a:avLst>
              <a:gd name="adj" fmla="val 5294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699248" y="13533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99248" y="1737360"/>
            <a:ext cx="1664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/api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· tracking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· auth / RBAC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DB writer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0" y="17373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893808" y="1234440"/>
            <a:ext cx="1975104" cy="1554480"/>
          </a:xfrm>
          <a:prstGeom prst="roundRect">
            <a:avLst>
              <a:gd name="adj" fmla="val 5294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058400" y="13533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console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0" y="1737360"/>
            <a:ext cx="1664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GIS map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· detections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· calibration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575304" y="2807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986784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feed the registry; worker posts to the API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20954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ANALYTICS, FEDERATION &amp; ALERTING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229514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21792" y="36393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worker (CV)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" y="4023360"/>
            <a:ext cx="19842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capture (RTSP/TCP, HLS)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vehicle + ByteTrack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plate + EasyOCR (ANPR)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detections + frame counts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2295144" cy="1691640"/>
          </a:xfrm>
          <a:prstGeom prst="roundRect">
            <a:avLst>
              <a:gd name="adj" fmla="val 4865"/>
            </a:avLst>
          </a:prstGeom>
          <a:ln w="12700">
            <a:solidFill>
              <a:srgbClr val="DCE3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52344" y="40919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3136392" y="3520440"/>
            <a:ext cx="2112264" cy="1691640"/>
          </a:xfrm>
          <a:prstGeom prst="roundRect">
            <a:avLst>
              <a:gd name="adj" fmla="val 4865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3300984" y="36393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bus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300984" y="4023360"/>
            <a:ext cx="18013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Streams (proto)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events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Redpanda at scale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248656" y="40919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5632704" y="3520440"/>
            <a:ext cx="2478024" cy="1691640"/>
          </a:xfrm>
          <a:prstGeom prst="roundRect">
            <a:avLst>
              <a:gd name="adj" fmla="val 486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5797296" y="363931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engine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797296" y="4023360"/>
            <a:ext cx="216712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/ surge (daypart)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(BOLO) match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cloned-plate (impossible move)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throttled · evidence-gated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110728" y="40919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8494776" y="3520440"/>
            <a:ext cx="2112264" cy="1691640"/>
          </a:xfrm>
          <a:prstGeom prst="roundRect">
            <a:avLst>
              <a:gd name="adj" fmla="val 486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659368" y="36393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store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659368" y="4023360"/>
            <a:ext cx="18013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object storage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proxy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+ retention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532120"/>
            <a:ext cx="11274552" cy="868680"/>
          </a:xfrm>
          <a:prstGeom prst="roundRect">
            <a:avLst>
              <a:gd name="adj" fmla="val 9474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822960" y="553212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signed-JWT identity  ·  scoped RBAC  ·  tamper-evident audit  ·  source-system provenance on every event  ·  fail-loud health with no synthetic fallback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· Gujarat Police Innovation Challenge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2026-09-14T06:23:00Z</dcterms:created>
  <dcterms:modified xsi:type="dcterms:W3CDTF">2026-09-14T06:23:00Z</dcterms:modified>
</cp:coreProperties>
</file>